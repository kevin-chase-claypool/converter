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8a32e1ab344755" /><Relationship Type="http://schemas.openxmlformats.org/officeDocument/2006/relationships/extended-properties" Target="/docProps/app.xml" Id="R844be51212a64b3a" /><Relationship Type="http://schemas.openxmlformats.org/officeDocument/2006/relationships/officeDocument" Target="/ppt/presentation.xml" Id="Rc5a2514ff88848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898c1c8ffe4827"/>
  </p:sldMasterIdLst>
  <p:notesMasterIdLst>
    <p:notesMasterId xmlns:r="http://schemas.openxmlformats.org/officeDocument/2006/relationships" r:id="Rcdc34c86a99c4bc8"/>
  </p:notesMasterIdLst>
  <p:sldIdLst>
    <p:sldId xmlns:r="http://schemas.openxmlformats.org/officeDocument/2006/relationships" id="256" r:id="Re8beea330b254553"/>
    <p:sldId xmlns:r="http://schemas.openxmlformats.org/officeDocument/2006/relationships" id="257" r:id="Rba7633a9e0494cfd"/>
    <p:sldId xmlns:r="http://schemas.openxmlformats.org/officeDocument/2006/relationships" id="258" r:id="Rf8765b2801804e45"/>
    <p:sldId xmlns:r="http://schemas.openxmlformats.org/officeDocument/2006/relationships" id="259" r:id="R8008b18fb83549ee"/>
    <p:sldId xmlns:r="http://schemas.openxmlformats.org/officeDocument/2006/relationships" id="260" r:id="Rc1139d723cb749df"/>
    <p:sldId xmlns:r="http://schemas.openxmlformats.org/officeDocument/2006/relationships" id="261" r:id="Rcf6b9616c9154477"/>
    <p:sldId xmlns:r="http://schemas.openxmlformats.org/officeDocument/2006/relationships" id="262" r:id="R9cf0175f3ddd475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2a93569e00436e" /><Relationship Type="http://schemas.openxmlformats.org/officeDocument/2006/relationships/slideMaster" Target="/ppt/slideMasters/slideMaster1.xml" Id="Re1898c1c8ffe4827" /><Relationship Type="http://schemas.openxmlformats.org/officeDocument/2006/relationships/notesMaster" Target="/ppt/notesMasters/notesMaster1.xml" Id="Rcdc34c86a99c4bc8" /><Relationship Type="http://schemas.openxmlformats.org/officeDocument/2006/relationships/presProps" Target="/ppt/presProps.xml" Id="R4befb807f2d749b6" /><Relationship Type="http://schemas.openxmlformats.org/officeDocument/2006/relationships/tableStyles" Target="/ppt/tableStyles.xml" Id="R835b70a958ac4002" /><Relationship Type="http://schemas.openxmlformats.org/officeDocument/2006/relationships/slide" Target="/ppt/slides/slide1.xml" Id="Re8beea330b254553" /><Relationship Type="http://schemas.openxmlformats.org/officeDocument/2006/relationships/slide" Target="/ppt/slides/slide2.xml" Id="Rba7633a9e0494cfd" /><Relationship Type="http://schemas.openxmlformats.org/officeDocument/2006/relationships/slide" Target="/ppt/slides/slide3.xml" Id="Rf8765b2801804e45" /><Relationship Type="http://schemas.openxmlformats.org/officeDocument/2006/relationships/slide" Target="/ppt/slides/slide4.xml" Id="R8008b18fb83549ee" /><Relationship Type="http://schemas.openxmlformats.org/officeDocument/2006/relationships/slide" Target="/ppt/slides/slide5.xml" Id="Rc1139d723cb749df" /><Relationship Type="http://schemas.openxmlformats.org/officeDocument/2006/relationships/slide" Target="/ppt/slides/slide6.xml" Id="Rcf6b9616c9154477" /><Relationship Type="http://schemas.openxmlformats.org/officeDocument/2006/relationships/slide" Target="/ppt/slides/slide7.xml" Id="R9cf0175f3ddd47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f6e88a06034b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b89103385244c1" /><Relationship Type="http://schemas.openxmlformats.org/officeDocument/2006/relationships/notesMaster" Target="/ppt/notesMasters/notesMaster1.xml" Id="Re2f5f5d0605c4a5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36915562284f26" /><Relationship Type="http://schemas.openxmlformats.org/officeDocument/2006/relationships/notesMaster" Target="/ppt/notesMasters/notesMaster1.xml" Id="Rdbb5f7bb458640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9219f105604415" /><Relationship Type="http://schemas.openxmlformats.org/officeDocument/2006/relationships/notesMaster" Target="/ppt/notesMasters/notesMaster1.xml" Id="Rc6d92af62d6345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a9f6aef88f4502" /><Relationship Type="http://schemas.openxmlformats.org/officeDocument/2006/relationships/notesMaster" Target="/ppt/notesMasters/notesMaster1.xml" Id="R46f2a350047944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bdb90f413d4896" /><Relationship Type="http://schemas.openxmlformats.org/officeDocument/2006/relationships/notesMaster" Target="/ppt/notesMasters/notesMaster1.xml" Id="R0179d66b0999470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e4996f641604cc3" /><Relationship Type="http://schemas.openxmlformats.org/officeDocument/2006/relationships/notesMaster" Target="/ppt/notesMasters/notesMaster1.xml" Id="Re9c6aeab5c9c4e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ad007ec303a4d10" /><Relationship Type="http://schemas.openxmlformats.org/officeDocument/2006/relationships/notesMaster" Target="/ppt/notesMasters/notesMaster1.xml" Id="R81c2171cf9ea42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toolhead CAD render.</a:t>
            </a:r>
          </a:p>
          <a:p xmlns:a="http://schemas.openxmlformats.org/drawingml/2006/main"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architecture, test plan, and user-provided CAD.</a:t>
            </a:r>
          </a:p>
          <a:p xmlns:a="http://schemas.openxmlformats.org/drawingml/2006/main"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system architecture and interface documents.</a:t>
            </a:r>
          </a:p>
          <a:p xmlns:a="http://schemas.openxmlformats.org/drawingml/2006/main"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firmware/grblhal/HOMING_AND_MAGNETIC_CALIBRATION.md</a:t>
            </a:r>
          </a:p>
          <a:p xmlns:a="http://schemas.openxmlformats.org/drawingml/2006/main"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docs/p100-data-movement.html rendered as a static image.</a:t>
            </a:r>
          </a:p>
          <a:p xmlns:a="http://schemas.openxmlformats.org/drawingml/2006/main">
            <a:r>
              <a:t>- firmware/grblhal/HOMING_AND_MAGNETIC_CALIBRATION.md</a:t>
            </a:r>
          </a:p>
          <a:p xmlns:a="http://schemas.openxmlformats.org/drawingml/2006/main"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firmware/pen_pressure/CONTROL_STRATEGY.md</a:t>
            </a:r>
          </a:p>
          <a:p xmlns:a="http://schemas.openxmlformats.org/drawingml/2006/main"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docs/testing/TEST_PLAN.md</a:t>
            </a:r>
          </a:p>
          <a:p xmlns:a="http://schemas.openxmlformats.org/drawingml/2006/main"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5673440b914e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81c437639ed481e" /><Relationship Type="http://schemas.openxmlformats.org/officeDocument/2006/relationships/slideLayout" Target="/ppt/slideLayouts/slideLayout1.xml" Id="R093bc4353f0044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3bc4353f0044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2251d8f331418c" /><Relationship Type="http://schemas.openxmlformats.org/officeDocument/2006/relationships/image" Target="/ppt/media/image.png" Id="Rb8ccfb3b686d4676" /><Relationship Type="http://schemas.openxmlformats.org/officeDocument/2006/relationships/notesSlide" Target="/ppt/notesSlides/notesSlide1.xml" Id="Ra85cca2ca7d14b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28231d604642d8" /><Relationship Type="http://schemas.openxmlformats.org/officeDocument/2006/relationships/notesSlide" Target="/ppt/notesSlides/notesSlide2.xml" Id="R5afb9dbb6b384b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9d3513a9c34b20" /><Relationship Type="http://schemas.openxmlformats.org/officeDocument/2006/relationships/notesSlide" Target="/ppt/notesSlides/notesSlide3.xml" Id="Rf8af6a52b1a247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f9519c82364eca" /><Relationship Type="http://schemas.openxmlformats.org/officeDocument/2006/relationships/notesSlide" Target="/ppt/notesSlides/notesSlide4.xml" Id="Rf3e6f18a91e247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a7957dc9de4f22" /><Relationship Type="http://schemas.openxmlformats.org/officeDocument/2006/relationships/image" Target="/ppt/media/image2.png" Id="R87eee66f7c814fb9" /><Relationship Type="http://schemas.openxmlformats.org/officeDocument/2006/relationships/notesSlide" Target="/ppt/notesSlides/notesSlide5.xml" Id="R30fd4ffa0a4840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04b6fed324d59" /><Relationship Type="http://schemas.openxmlformats.org/officeDocument/2006/relationships/notesSlide" Target="/ppt/notesSlides/notesSlide6.xml" Id="R7fde139bd96a4dd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104e2346a94348" /><Relationship Type="http://schemas.openxmlformats.org/officeDocument/2006/relationships/notesSlide" Target="/ppt/notesSlides/notesSlide7.xml" Id="R8c67621c38be497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7D2EF2-BFA3-4766-B942-23E570E4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SUMMER PROGRESS UPDATE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209B30-5687-4D31-B45B-B18289FD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533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Theta Pen Plotter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D776E8-8ED9-48FA-BCA2-259250FFD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38400"/>
            <a:ext cx="4953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Machine integration, force-controlled toolhead, and the path to a first calibration drawing.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2D98DF-1233-450F-A29D-86072603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05250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70773F-8C93-41F1-9E9B-6EE3F437B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71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Course progress update  •  September 2026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ccfb3b686d4676"/>
          <a:stretch xmlns:a="http://schemas.openxmlformats.org/drawingml/2006/main"/>
        </p:blipFill>
        <p:spPr>
          <a:xfrm xmlns:a="http://schemas.openxmlformats.org/drawingml/2006/main">
            <a:off x="6603919" y="552450"/>
            <a:ext cx="4413411" cy="5334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5FB2DD-B9EE-4E50-ACD4-DD43F4B7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29300"/>
            <a:ext cx="523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 toolhead combines an N20 lead-screw actuator, spring compliance, load cell, and guided pen carriage.</a:t>
            </a:r>
          </a:p>
        </p:txBody>
      </p:sp>
    </p:spTree>
    <p:extLst>
      <p:ext uri="{BB962C8B-B14F-4D97-AF65-F5344CB8AC3E}">
        <p14:creationId xmlns:p14="http://schemas.microsoft.com/office/powerpoint/2010/main" val="11466599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5F06BD-8CC6-47BD-A58B-0692AC95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SUMMER PROGRESS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1DDECE-ED75-4D68-B915-72CBDC91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project now has a testable machine architecture—not just a concept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6F1AAD-6BDC-49E5-A31E-92FC6FA1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2B871E-710A-4CFB-90CD-A6F6843C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06B145-D384-4C71-88C4-25E96383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FBEA32-CAF5-47CF-B578-4F937F68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3333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EB43A4-49B2-4CFE-A8D3-0660DDB6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MECHANICAL TOOLHEAD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9CB59F-E0E2-4955-A9F6-BA309CE7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527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Built and iterated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F31B40-7DDD-4F76-8993-A7FC7C64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0"/>
            <a:ext cx="285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Guided pen carriage, N20 lead-screw actuator, spring compliance, load-cell force path, and printed mounting concepts.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8BD53D-1252-45CC-B3BC-A547ACBF2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809750"/>
            <a:ext cx="3333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A0FED7-933E-4FC8-8769-A68A4B75D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95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CONTROL SPLIT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232C66-4EA1-4BAF-AD75-5FFC5C2E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527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Defined ownership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058906-5EC3-40B6-9147-95130B86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33750"/>
            <a:ext cx="285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RP23CNC owns X/Y/A motion and registration. The Pro Micro owns N20 motion, force sensing, and toolhead safety.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E86D09-958A-4C34-9887-4AE3AFA0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809750"/>
            <a:ext cx="3333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A3BF94-CF09-4096-BF4A-D1253318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95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COMMISSIONING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971C80-8210-4EBA-8D2A-D5071436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527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Planned with gates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00F6AA-3FA8-4ED0-9A38-0B2378E3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33750"/>
            <a:ext cx="285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Named bench tests define force calibration, lift-home repeatability, M5 clearance, and interchangeable-tool checks.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D47CBC-A03B-4F67-9CD5-A565309EF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721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 point: progress is being documented as measured, test-gated behavior rather than assumed capability.</a:t>
            </a:r>
          </a:p>
        </p:txBody>
      </p:sp>
    </p:spTree>
    <p:extLst>
      <p:ext uri="{BB962C8B-B14F-4D97-AF65-F5344CB8AC3E}">
        <p14:creationId xmlns:p14="http://schemas.microsoft.com/office/powerpoint/2010/main" val="555851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0626F8-8965-48B5-9D86-0101BF11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HIGH-LEVEL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7B11B-9769-49D6-9CD1-D9B1E386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Printing separates coordinated motion from local force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C0756-4365-4B6C-8473-70A1EA52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5569D-CA4A-4AE7-A04F-0542C3B0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99396C-5F6C-40B1-8BEB-0D7A2593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1B4A7E-ACD7-4B4B-8402-B1AA1C137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1809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5437B8-B8D6-4983-9B9E-AB696ABF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24150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Host PC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821233-6A88-472F-B2AE-BDEBAFDE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1466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SVG → G-code</a:t>
            </a:r>
          </a:p>
          <a:p xmlns:a="http://schemas.openxmlformats.org/drawingml/2006/main"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ioSender streams commands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C343F9-CB34-4C4D-B5DE-9B84F0CB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76500"/>
            <a:ext cx="3048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0A1C01-5A3A-4DA2-B229-D5C0D8D3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72415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RP23CNC / grblHAL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47168D-9C5E-452B-862F-4336A0207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19450"/>
            <a:ext cx="2705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Plans X/Y/A motion</a:t>
            </a:r>
          </a:p>
          <a:p xmlns:a="http://schemas.openxmlformats.org/drawingml/2006/main"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Homing and P100 registration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0D4362-79BE-4DC4-B207-C7E4ACEE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76500"/>
            <a:ext cx="1809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883649-D0D2-4D45-B3D8-7F2F0C34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724150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4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 Pro Micro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2C0425-029F-4BE4-8EEC-27C50297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219450"/>
            <a:ext cx="1466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Reads load cell</a:t>
            </a:r>
          </a:p>
          <a:p xmlns:a="http://schemas.openxmlformats.org/drawingml/2006/main"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Controls N20 and safety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488552-1970-4C79-BCB9-94F2A272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476500"/>
            <a:ext cx="1809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E79CC2-72F4-4519-BF40-356F0833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724150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Pen + paper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7FE630-5988-405B-9B72-12C8BCB7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19450"/>
            <a:ext cx="1466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Writing force</a:t>
            </a:r>
          </a:p>
          <a:p xmlns:a="http://schemas.openxmlformats.org/drawingml/2006/main"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creates the mark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2F4AA5-48B0-424F-947B-4A3F28F21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067050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ADFD08-C19E-4DD4-B440-0EDCCE5E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933700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7C9902-9EF6-4D94-A63E-0354F702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6700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G-code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227CC2-7CF7-470A-978E-62CD81BF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6705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1625C7-F60D-4DBE-9478-34A2FA92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33700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516AF1-5276-4496-9781-D96179E8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6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M3 / M5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0E7C54-3185-42B7-915D-99B59E0D9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067050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9895A4-BAFC-4E3D-9428-DDF97F096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933700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D025EA-6AE9-4730-B305-1154FF5E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66700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force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B0D567-13C3-4904-8E80-3E47221E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7675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5B"/>
          </a:solidFill>
          <a:ln xmlns:a="http://schemas.openxmlformats.org/drawingml/2006/main" w="0">
            <a:solidFill>
              <a:srgbClr val="2386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EE0DE2-2193-4F59-8C27-772C482F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200650"/>
            <a:ext cx="371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5B"/>
          </a:solidFill>
          <a:ln xmlns:a="http://schemas.openxmlformats.org/drawingml/2006/main" w="0">
            <a:solidFill>
              <a:srgbClr val="23865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D95B8F-F380-4014-977C-009F93F5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3721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76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38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23865B"/>
                </a:solidFill>
                <a:latin typeface="Helvetica Neue"/>
                <a:ea typeface="Helvetica Neue"/>
                <a:cs typeface="Helvetica Neue"/>
              </a:rPr>
              <a:t>Load-cell feedback stays local to the toolhead; it does not burden the motion controller.</a:t>
            </a:r>
          </a:p>
        </p:txBody>
      </p:sp>
    </p:spTree>
    <p:extLst>
      <p:ext uri="{BB962C8B-B14F-4D97-AF65-F5344CB8AC3E}">
        <p14:creationId xmlns:p14="http://schemas.microsoft.com/office/powerpoint/2010/main" val="229287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2304FE-8F32-4772-95F3-8619A29D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HOW THE MACHINE HOMES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7685C0-0485-4145-8C2C-48BB71D7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443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Homing establishes two different references: machine position and toolhead safety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1C4DFF-8E93-4A18-9910-BACD783C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349F42-8FEE-4214-8937-62B60507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31A5DE-132C-4C01-9404-0EF52E05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DF9717-2CB1-4CF6-B7BB-9A6DCF10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52650"/>
            <a:ext cx="1962150" cy="2333625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240346-C6D3-43B8-B8D8-02816F4A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4315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5E72E1-0B42-4078-AD66-7D955CA4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95600"/>
            <a:ext cx="158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requests toolhead home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DB266B-E58E-4FEC-AED4-C8DCB745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95700"/>
            <a:ext cx="158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RP23CNC sends the existing GP28 request.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80339C-413C-465A-A28C-4EAB5775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3057525"/>
            <a:ext cx="247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DB9C1A-BFD5-4115-8348-68D6F324B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152650"/>
            <a:ext cx="1962150" cy="2333625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88250A-7295-4A91-A91D-8F397D11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4315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3F64C0-B836-48DF-932E-FE970397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95600"/>
            <a:ext cx="158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 Micro verifies GP2 switch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8D26CB-876E-4885-B3E4-D9F2885E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95700"/>
            <a:ext cx="158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N20 retracts; the upper switch defines LIFT_HOME.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AD071A-3445-4827-B7E0-542EA5C14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057525"/>
            <a:ext cx="247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0357E7-35F5-4735-AC3B-0D52BCA5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52650"/>
            <a:ext cx="1962150" cy="2333625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6E7461-5D7C-4460-92F0-E0F20009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4315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225601-4ADE-4DAC-ADDA-C6A954CF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895600"/>
            <a:ext cx="158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 replies “ready”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87FE05-9D36-421A-B6C2-FA2A9E28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695700"/>
            <a:ext cx="158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Existing GP27 signals success; a timeout becomes a fault.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A2D407-3A90-45E7-8201-FA3CC3A0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057525"/>
            <a:ext cx="247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3299FD-E308-4785-96C4-5930CDCE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152650"/>
            <a:ext cx="1962150" cy="2333625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02F5F3-25AB-4610-84D0-8993B5EC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34315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F0F9C8-0841-4646-A9A1-82CEF9A2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895600"/>
            <a:ext cx="158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RP23CNC homes X/Y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26FF82-5772-462D-A938-CCB19769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95700"/>
            <a:ext cx="158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Physical axis switches establish gantry coordinates.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102928-2AD5-45F8-9007-1EE97A04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057525"/>
            <a:ext cx="247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C17A11-E073-49FA-9FD7-61158880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152650"/>
            <a:ext cx="1962150" cy="2333625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610C8-F5CA-4D3B-8BB2-DDCA9942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4315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FFB761-26BD-4AAA-BE70-2CAC8F99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895600"/>
            <a:ext cx="158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Magnetic scan registers G54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A9AE5D-2A21-43EA-8061-0C5E3100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695700"/>
            <a:ext cx="158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Center magnet sets X/Y zero; outer magnet sets A zero.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92802A-ED6E-4147-8DF0-3901FAE4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1076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GP2 switch remains local to the Pro Micro; the existing GP28/GP27 pair lets P100 receive the result without another RP23CNC pin.</a:t>
            </a:r>
          </a:p>
        </p:txBody>
      </p:sp>
    </p:spTree>
    <p:extLst>
      <p:ext uri="{BB962C8B-B14F-4D97-AF65-F5344CB8AC3E}">
        <p14:creationId xmlns:p14="http://schemas.microsoft.com/office/powerpoint/2010/main" val="15925654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709A68-3D0F-4C65-A32B-A1E7C354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P100 PROCESS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B39075-10DC-4D61-AB16-D8458CE1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is the repeatable startup routine before a drawing begins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CC2074-F48C-4553-A601-F6B25454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21AB0F-01B7-4655-B05E-1D59444D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C47507-02D7-4895-8794-10C0666E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ee66f7c814fb9"/>
          <a:stretch xmlns:a="http://schemas.openxmlformats.org/drawingml/2006/main"/>
        </p:blipFill>
        <p:spPr>
          <a:xfrm xmlns:a="http://schemas.openxmlformats.org/drawingml/2006/main">
            <a:off x="951442" y="1381125"/>
            <a:ext cx="6841067" cy="48101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213A0-7735-4712-A466-0BAF35E8C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47850"/>
            <a:ext cx="2857500" cy="337185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11C4FE-BB95-49F0-875A-79973572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1526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P100 coordinates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32E2B0-B79D-428E-A109-130D654AA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24150"/>
            <a:ext cx="22479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Toolhead home verification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X/Y physical homing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Magnetic center and A-index registration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Planned touch-and-clear check before every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D81758-CD88-4EF5-A7F6-B3CD03B9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4483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 HTML map is an interactive project reference; this slide is its static presentation view.</a:t>
            </a:r>
          </a:p>
        </p:txBody>
      </p:sp>
    </p:spTree>
    <p:extLst>
      <p:ext uri="{BB962C8B-B14F-4D97-AF65-F5344CB8AC3E}">
        <p14:creationId xmlns:p14="http://schemas.microsoft.com/office/powerpoint/2010/main" val="15105456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81F8B7-18C1-4C19-8204-9B8D5456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HOW THE MACHINE PRINTS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D74CBB-2FDF-46A7-A047-48EF0BF3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print cycle uses force feedback to find paper and maintain pressure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D879BC-F633-4DA1-A485-E2C29792A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016B35-71BC-46CA-B04C-5134B4B5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BAEA44-20C9-488D-9B62-A4B1B1D3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447F00-4038-42A6-A78F-E7C8B169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57375"/>
            <a:ext cx="4857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0310CA-84F4-4DDC-B3A5-A5DE9FFE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M3  •  engage and write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E13D9C-3903-40A3-A81C-9652B17D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39814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N20 lowers the carriage slowly.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Load cell crosses the contact threshold.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Controller holds the selected writing force while X/Y/A move.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397D9B-9706-4D97-8C0C-8EBB14890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57375"/>
            <a:ext cx="4857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4E7"/>
          </a:solidFill>
          <a:ln xmlns:a="http://schemas.openxmlformats.org/drawingml/2006/main" w="9525">
            <a:solidFill>
              <a:srgbClr val="BE7C2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76D4D3-209D-465A-9A74-C8AD44A9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1907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M5  •  release and travel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289CC5-71E7-4162-B9FF-95458502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00350"/>
            <a:ext cx="39814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N20 retracts until the load cell says the pen released.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A bounded clearance pulse creates an air gap.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The machine travels to the next mark without moving to the distant home switch.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F1AB35-19EB-4325-9C47-4A797FA3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2925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spring provides compliance; the load cell determines pressing versus clear.</a:t>
            </a:r>
          </a:p>
        </p:txBody>
      </p:sp>
    </p:spTree>
    <p:extLst>
      <p:ext uri="{BB962C8B-B14F-4D97-AF65-F5344CB8AC3E}">
        <p14:creationId xmlns:p14="http://schemas.microsoft.com/office/powerpoint/2010/main" val="21516622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F3120CE-A278-4DE4-AD80-D4DC1D12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A6AE53-AD58-4E52-B393-414681A3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Next: measure, verify, then make a calibration drawing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9F2E39-8BF6-4B94-A2C5-D953FE5E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966DD7-3920-4FA6-A491-D7945580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F9E131-E1CF-420A-9F71-A52E2370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7A44B7-ECD2-4982-853D-CBA0F687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038350"/>
            <a:ext cx="38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CD63C9-FB5D-4CF9-B636-255C9D995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9906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2A3837-4B0C-4616-9BC9-FA376B966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85950"/>
            <a:ext cx="800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E-07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609BC2-063A-48B2-AD29-A914A2B3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752600"/>
            <a:ext cx="321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Calibrate load cell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918645-EE17-49CF-8D5F-2C0EF7C5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038350"/>
            <a:ext cx="790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Convert HX711 readings into reliable force units.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7F70C5-0635-4E9C-8C8E-0B6DCED6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819400"/>
            <a:ext cx="38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B52F5A-584B-4620-B432-56CF4204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95550"/>
            <a:ext cx="9906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8BD5C5-55D1-4232-98F1-B8BE74E6A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0"/>
            <a:ext cx="800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T-01G/H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DEB15B-1687-4046-936B-11D47DE1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33650"/>
            <a:ext cx="321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Verify lift and clear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84570F-8D3A-4CF1-A4AD-E7CBA5834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19400"/>
            <a:ext cx="790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Prove GP2 homing and repeatable M5 release/clearance.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2CB085-06EA-4906-8EA2-08F42629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600450"/>
            <a:ext cx="38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723233-8F73-4590-A710-01004AEF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76600"/>
            <a:ext cx="9906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87C64A-6C3B-4BF0-9D56-8551C394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48050"/>
            <a:ext cx="800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T-01J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B96B44-BF51-4D93-928C-72F06C871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314700"/>
            <a:ext cx="321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 each writing tool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07825B-54AD-4503-AA9D-13F4FD50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00450"/>
            <a:ext cx="790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Touch and clear before every run; validate pens and pencils.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87ED91-503A-47EB-9E54-A9F24EF8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381500"/>
            <a:ext cx="38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A9D67F-49F5-45CC-9586-5D8B58C8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57650"/>
            <a:ext cx="9906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755A75-62DC-4F26-8921-5F7CE8AA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29100"/>
            <a:ext cx="800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4653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F-05 / integration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79AD77-810E-4670-8A2E-046B9C017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321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Connect M3/M5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3A93B3-A53C-4150-A3BD-AA1B6FFC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81500"/>
            <a:ext cx="790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Verify the motion controller and toolhead work together.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9CBB77-16D5-4B38-9BD4-F9DA9EAB7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162550"/>
            <a:ext cx="38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926D51-8FAA-465C-AD4A-BDFF0EEC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38700"/>
            <a:ext cx="9906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F1D206-A7D4-4835-89BA-A526A1CA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10150"/>
            <a:ext cx="800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0185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Calibration drawing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7EDDD2-AF9C-4D26-B2E4-9CF086B8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76800"/>
            <a:ext cx="321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Demonstrate the system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B2ACB4-5A14-494F-BAA1-E7B650B3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162550"/>
            <a:ext cx="790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Measure line quality, force trace, and geometry.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15F8DA-30D9-453D-B4F0-B3ADCBB6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Current status: the design has defined ownership, safe states, and tests. The remaining work is to measure and verify those decisions on the installed machine.</a:t>
            </a:r>
          </a:p>
        </p:txBody>
      </p:sp>
    </p:spTree>
    <p:extLst>
      <p:ext uri="{BB962C8B-B14F-4D97-AF65-F5344CB8AC3E}">
        <p14:creationId xmlns:p14="http://schemas.microsoft.com/office/powerpoint/2010/main" val="390580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2026-09-02T20:10:32.3380000Z</dcterms:created>
  <dcterms:modified xsi:type="dcterms:W3CDTF">2026-09-02T20:10:32.3390000Z</dcterms:modified>
</coreProperties>
</file>